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875"/>
    <p:restoredTop sz="94690"/>
  </p:normalViewPr>
  <p:slideViewPr>
    <p:cSldViewPr snapToGrid="0">
      <p:cViewPr>
        <p:scale>
          <a:sx n="210" d="100"/>
          <a:sy n="210" d="100"/>
        </p:scale>
        <p:origin x="-1072" y="-2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7853B-B211-E810-E4AE-B08985489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755AD8-1752-293E-A9CC-3FA4CEA0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FD2868-BF05-1D8A-B3AA-8368F8E1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856981-5281-7D17-E899-5240D175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08E4E8-F164-B5EF-B578-9A6ED761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0805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D0E58-69E0-F3D5-017E-E70A3CDE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06FE42-7476-9C5C-CF56-A2644548E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CE8F39-CA30-981D-0978-4A1999E9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0B25A2-DD25-FA85-BBD9-D7AAC503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E14FB8-9B82-7F75-D474-7747EBFB6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363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D476D-2991-0F98-9B2C-88EFFCC54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DA3835-FA77-B979-4633-1511F66A3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74AA7-38C4-5FE8-DD05-2A7A10AD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EBD4C-AC45-BF22-9552-2D815E08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B6E012-A4C5-A2F3-86A3-9935209F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642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FDBDA1-222F-36B8-A7B9-91D080A93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D1A93-E0BA-9156-8961-579DFEB1CB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38E32E-61C4-31EB-72AA-65B1B1887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799A3A-0E3B-2452-C363-63B08FA6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7A350B-48E2-BF60-2FB0-5AC478D1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13D555-435D-4F58-C42F-46655179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469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C22C4-1F0A-95AB-3141-F155EFD0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0388D-4B4B-DA39-45F2-8456B7315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C6AF3A-F377-9A70-27F4-0521837E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176530-40B7-CD5F-9C01-4E4B04B32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F29877-8D79-0C09-3811-194FD5E2F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B9F2EA-CE37-8CBE-AF6A-C3567C67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E47FB07-3A54-792C-4936-221A4235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8C333B-1B31-C74C-868D-631184B79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553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6AB6A0-CE98-26F6-BC52-C5F1EAF1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DF4DC9-5E09-22C1-A340-F94A64B2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1B518A-F30B-5756-D0BC-53C4CFDC1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E090CB-3C4C-9C08-D22D-0FAC3C75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326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A57FE0-B742-2A31-873F-FACB2ECB2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EABDEA7-0EA1-7985-7089-9F25604F8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4DA5C0-62A2-A9F7-15EB-1C5E4862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703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68C38-B2D8-DDCB-2297-3C852D37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65C107-6305-9753-641B-2CE1E5083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6FB39A-13D1-5784-9B78-D2C04FFF8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6E46C0-A4DE-64A4-BA72-DD445AE3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E56E52-CC8B-CDDF-F5E4-50D3056D0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BE7644-F655-30CB-CC20-921F5B8E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386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90282-DE47-8EB0-10A6-ECAC60C2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583E6A5-8DC3-C5CA-FF69-02D57E4C6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CCDE26-94B3-8BB1-D9EB-04B605906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2EF860-D18D-487A-8716-550920C6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23D18FD-9DCB-7D15-AB82-DBDDFC97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72B64F-2764-B19B-F56D-850A9A17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17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A138E-20C6-FA98-346B-CA5613982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52DA3F-877A-FB34-1FCF-73C8FAF44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A066B7-B0C7-4F27-44CF-12F33011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406DC8-5D5E-D834-9041-3A7B30F83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E1615C-1356-CF21-09FD-ADBCF554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0378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98A5CE-83D1-5A61-C955-B5E54F079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D846A6-6352-8100-9C3E-A33FC985C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A3546B-4B96-66BD-C682-81E6A5654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7E0717-3F0C-A045-F9F5-AEB2FD72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E79509-F585-8472-2DA3-07754059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966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A9C380-2C8D-ECB3-B9A6-73C6ACD3D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0212F8-BD15-92EC-E27D-636A4896F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067A35-AE35-C654-77B0-7C9AE64F6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064FC-BCC0-9C42-BDB8-22447C8D9E18}" type="datetimeFigureOut">
              <a:rPr kumimoji="1" lang="zh-CN" altLang="en-US" smtClean="0"/>
              <a:t>2025/12/13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0398D-2A13-EEF6-A900-DDA329638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FE0A7-22CE-E67E-1144-D024B8DD1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5E1FB-1125-AD40-A4D4-3305D648B04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52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A88939F-F86A-E564-65AA-1F4C7229C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620" y="0"/>
            <a:ext cx="2212075" cy="6858000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0EC1BDD8-1D8E-707F-B414-C3D8BF78256F}"/>
              </a:ext>
            </a:extLst>
          </p:cNvPr>
          <p:cNvSpPr/>
          <p:nvPr/>
        </p:nvSpPr>
        <p:spPr>
          <a:xfrm>
            <a:off x="2882348" y="430696"/>
            <a:ext cx="2511287" cy="1252330"/>
          </a:xfrm>
          <a:prstGeom prst="roundRect">
            <a:avLst>
              <a:gd name="adj" fmla="val 7143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96F08DA-CEFA-1061-A41B-60E33C317871}"/>
              </a:ext>
            </a:extLst>
          </p:cNvPr>
          <p:cNvSpPr/>
          <p:nvPr/>
        </p:nvSpPr>
        <p:spPr>
          <a:xfrm>
            <a:off x="2882348" y="5665303"/>
            <a:ext cx="2663687" cy="1192697"/>
          </a:xfrm>
          <a:prstGeom prst="roundRect">
            <a:avLst>
              <a:gd name="adj" fmla="val 7143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EE464DB-EEC2-4514-3CF4-557AF20741A2}"/>
              </a:ext>
            </a:extLst>
          </p:cNvPr>
          <p:cNvCxnSpPr/>
          <p:nvPr/>
        </p:nvCxnSpPr>
        <p:spPr>
          <a:xfrm flipV="1">
            <a:off x="5274365" y="1683026"/>
            <a:ext cx="0" cy="3982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圆角矩形 8">
            <a:extLst>
              <a:ext uri="{FF2B5EF4-FFF2-40B4-BE49-F238E27FC236}">
                <a16:creationId xmlns:a16="http://schemas.microsoft.com/office/drawing/2014/main" id="{819CACF1-36CA-6585-D9A7-94230C05B009}"/>
              </a:ext>
            </a:extLst>
          </p:cNvPr>
          <p:cNvSpPr/>
          <p:nvPr/>
        </p:nvSpPr>
        <p:spPr>
          <a:xfrm>
            <a:off x="2882346" y="1987827"/>
            <a:ext cx="2120349" cy="1200980"/>
          </a:xfrm>
          <a:prstGeom prst="roundRect">
            <a:avLst>
              <a:gd name="adj" fmla="val 7143"/>
            </a:avLst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73B2F394-98B6-6A0F-B560-0F090DC8D49E}"/>
              </a:ext>
            </a:extLst>
          </p:cNvPr>
          <p:cNvSpPr/>
          <p:nvPr/>
        </p:nvSpPr>
        <p:spPr>
          <a:xfrm>
            <a:off x="2882346" y="4118112"/>
            <a:ext cx="2120349" cy="1123124"/>
          </a:xfrm>
          <a:prstGeom prst="roundRect">
            <a:avLst>
              <a:gd name="adj" fmla="val 7143"/>
            </a:avLst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95703CE1-CD61-33FB-907B-C851F8E2333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942521" y="3188807"/>
            <a:ext cx="0" cy="92930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47024976-77E6-34B1-21DE-B8A3BC686072}"/>
              </a:ext>
            </a:extLst>
          </p:cNvPr>
          <p:cNvCxnSpPr/>
          <p:nvPr/>
        </p:nvCxnSpPr>
        <p:spPr>
          <a:xfrm flipV="1">
            <a:off x="4625009" y="3188807"/>
            <a:ext cx="0" cy="247649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8AAD465F-8532-0E93-F9CC-BFCCDD1DF473}"/>
              </a:ext>
            </a:extLst>
          </p:cNvPr>
          <p:cNvSpPr/>
          <p:nvPr/>
        </p:nvSpPr>
        <p:spPr>
          <a:xfrm>
            <a:off x="5102087" y="3650974"/>
            <a:ext cx="848134" cy="2650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实现接口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637DD0B-6045-F58C-C16B-8F76AD9A5A02}"/>
              </a:ext>
            </a:extLst>
          </p:cNvPr>
          <p:cNvSpPr/>
          <p:nvPr/>
        </p:nvSpPr>
        <p:spPr>
          <a:xfrm>
            <a:off x="4290396" y="5320748"/>
            <a:ext cx="848134" cy="2650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调用服务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AC12C2B-31D8-380D-4956-8B4CE1915438}"/>
              </a:ext>
            </a:extLst>
          </p:cNvPr>
          <p:cNvSpPr/>
          <p:nvPr/>
        </p:nvSpPr>
        <p:spPr>
          <a:xfrm>
            <a:off x="3266669" y="3740427"/>
            <a:ext cx="848134" cy="24185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chemeClr val="tx1"/>
                </a:solidFill>
              </a:rPr>
              <a:t>编排领域</a:t>
            </a:r>
          </a:p>
        </p:txBody>
      </p:sp>
    </p:spTree>
    <p:extLst>
      <p:ext uri="{BB962C8B-B14F-4D97-AF65-F5344CB8AC3E}">
        <p14:creationId xmlns:p14="http://schemas.microsoft.com/office/powerpoint/2010/main" val="3945295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</Words>
  <Application>Microsoft Macintosh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fuzhengwei</dc:creator>
  <cp:lastModifiedBy>fuzhengwei</cp:lastModifiedBy>
  <cp:revision>1</cp:revision>
  <dcterms:created xsi:type="dcterms:W3CDTF">2025-12-13T06:32:18Z</dcterms:created>
  <dcterms:modified xsi:type="dcterms:W3CDTF">2025-12-13T08:23:47Z</dcterms:modified>
</cp:coreProperties>
</file>